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49040" y="320040"/>
            <a:ext cx="1645920" cy="1645920"/>
          </a:xfrm>
          <a:prstGeom prst="ellipse">
            <a:avLst/>
          </a:prstGeom>
          <a:solidFill>
            <a:srgbClr val="0F3460"/>
          </a:solidFill>
          <a:ln w="381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749040" y="411480"/>
            <a:ext cx="164592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</a:rPr>
              <a:t>🔐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MY_ENCRYP/DECRYP_APP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web-based encryption &amp; decryption tool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200400" y="3520440"/>
            <a:ext cx="2743200" cy="3657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3703320"/>
            <a:ext cx="1554480" cy="292608"/>
          </a:xfrm>
          <a:prstGeom prst="roundRect">
            <a:avLst>
              <a:gd name="adj" fmla="val 31250"/>
            </a:avLst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3703320"/>
            <a:ext cx="1554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AES-256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0" y="3703320"/>
            <a:ext cx="1554480" cy="292608"/>
          </a:xfrm>
          <a:prstGeom prst="roundRect">
            <a:avLst>
              <a:gd name="adj" fmla="val 31250"/>
            </a:avLst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3703320"/>
            <a:ext cx="1554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RSA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0" y="3703320"/>
            <a:ext cx="1554480" cy="292608"/>
          </a:xfrm>
          <a:prstGeom prst="roundRect">
            <a:avLst>
              <a:gd name="adj" fmla="val 31250"/>
            </a:avLst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3703320"/>
            <a:ext cx="1554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SHA-512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11680" y="4105656"/>
            <a:ext cx="1554480" cy="292608"/>
          </a:xfrm>
          <a:prstGeom prst="roundRect">
            <a:avLst>
              <a:gd name="adj" fmla="val 31250"/>
            </a:avLst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4105656"/>
            <a:ext cx="1554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Base64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0" y="4105656"/>
            <a:ext cx="1554480" cy="292608"/>
          </a:xfrm>
          <a:prstGeom prst="roundRect">
            <a:avLst>
              <a:gd name="adj" fmla="val 31250"/>
            </a:avLst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4105656"/>
            <a:ext cx="1554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XOR Image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0" y="4105656"/>
            <a:ext cx="1554480" cy="292608"/>
          </a:xfrm>
          <a:prstGeom prst="roundRect">
            <a:avLst>
              <a:gd name="adj" fmla="val 31250"/>
            </a:avLst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4105656"/>
            <a:ext cx="1554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Morse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Presented by: Student  |  Web Development Project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What is This Project?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5720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097280"/>
            <a:ext cx="4297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</a:rPr>
              <a:t>Project Description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429768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</a:rPr>
              <a:t>MY_ENCRYP/DECRYP_APP is a fully client-side web application built using HTML, CSS, and JavaScript. It provides five major cryptographic tools all in one place, running entirely in the browser with no server needed.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</a:rPr>
              <a:t> 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</a:rPr>
              <a:t>The app was created as a web development project to demonstrate real-world use of the Web Crypto API, classic cipher algorithms, and image pixel manipulation.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212080" y="960120"/>
            <a:ext cx="3566160" cy="749808"/>
          </a:xfrm>
          <a:prstGeom prst="rect">
            <a:avLst/>
          </a:prstGeom>
          <a:solidFill>
            <a:srgbClr val="F0F7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0" y="105156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📁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897880" y="1005840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3 Files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97880" y="1344168"/>
            <a:ext cx="26517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HTML · CSS · JS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212080" y="1837944"/>
            <a:ext cx="3566160" cy="749808"/>
          </a:xfrm>
          <a:prstGeom prst="rect">
            <a:avLst/>
          </a:prstGeom>
          <a:solidFill>
            <a:srgbClr val="F0F7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0" y="1929384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897880" y="1883664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Client-Side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97880" y="2221992"/>
            <a:ext cx="26517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No server required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12080" y="2715768"/>
            <a:ext cx="3566160" cy="749808"/>
          </a:xfrm>
          <a:prstGeom prst="rect">
            <a:avLst/>
          </a:prstGeom>
          <a:solidFill>
            <a:srgbClr val="F0F7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2807208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897880" y="2761488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5 Tools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97880" y="3099816"/>
            <a:ext cx="26517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All crypto features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12080" y="3593592"/>
            <a:ext cx="3566160" cy="749808"/>
          </a:xfrm>
          <a:prstGeom prst="rect">
            <a:avLst/>
          </a:prstGeom>
          <a:solidFill>
            <a:srgbClr val="F0F7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3685032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897880" y="3639312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Beige Theme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97880" y="3977640"/>
            <a:ext cx="26517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Custom CSS design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 Main 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</a:rPr>
              <a:t>Everything you need for cryptography — in one browser tab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1572768" cy="3474720"/>
          </a:xfrm>
          <a:prstGeom prst="rect">
            <a:avLst/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1371600"/>
            <a:ext cx="694944" cy="694944"/>
          </a:xfrm>
          <a:prstGeom prst="ellipse">
            <a:avLst/>
          </a:prstGeom>
          <a:solidFill>
            <a:srgbClr val="1A1A2E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371600"/>
            <a:ext cx="694944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2176272"/>
            <a:ext cx="148132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Symmetric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542032"/>
            <a:ext cx="914400" cy="27432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9" name="Text 7"/>
          <p:cNvSpPr/>
          <p:nvPr/>
        </p:nvSpPr>
        <p:spPr>
          <a:xfrm>
            <a:off x="365760" y="2606040"/>
            <a:ext cx="1481328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AES-256, Caesar,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Vigenère &amp; XOR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39112" y="1234440"/>
            <a:ext cx="1572768" cy="3474720"/>
          </a:xfrm>
          <a:prstGeom prst="rect">
            <a:avLst/>
          </a:prstGeom>
          <a:solidFill>
            <a:srgbClr val="164E63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78024" y="1371600"/>
            <a:ext cx="694944" cy="694944"/>
          </a:xfrm>
          <a:prstGeom prst="ellipse">
            <a:avLst/>
          </a:prstGeom>
          <a:solidFill>
            <a:srgbClr val="1A1A2E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78024" y="1371600"/>
            <a:ext cx="694944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🗝️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84832" y="2176272"/>
            <a:ext cx="148132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Asymmetric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359152" y="2542032"/>
            <a:ext cx="914400" cy="27432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15" name="Text 13"/>
          <p:cNvSpPr/>
          <p:nvPr/>
        </p:nvSpPr>
        <p:spPr>
          <a:xfrm>
            <a:off x="2084832" y="2606040"/>
            <a:ext cx="1481328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RSA 2048/4096-bit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key pair + encrypt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58184" y="1234440"/>
            <a:ext cx="1572768" cy="3474720"/>
          </a:xfrm>
          <a:prstGeom prst="rect">
            <a:avLst/>
          </a:prstGeom>
          <a:solidFill>
            <a:srgbClr val="1E3A5F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97096" y="1371600"/>
            <a:ext cx="694944" cy="694944"/>
          </a:xfrm>
          <a:prstGeom prst="ellipse">
            <a:avLst/>
          </a:prstGeom>
          <a:solidFill>
            <a:srgbClr val="1A1A2E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97096" y="1371600"/>
            <a:ext cx="694944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#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803904" y="2176272"/>
            <a:ext cx="148132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Hash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078224" y="2542032"/>
            <a:ext cx="914400" cy="27432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21" name="Text 19"/>
          <p:cNvSpPr/>
          <p:nvPr/>
        </p:nvSpPr>
        <p:spPr>
          <a:xfrm>
            <a:off x="3803904" y="2606040"/>
            <a:ext cx="1481328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MD5, SHA-1,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SHA-256, SHA-512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77256" y="1234440"/>
            <a:ext cx="1572768" cy="3474720"/>
          </a:xfrm>
          <a:prstGeom prst="rect">
            <a:avLst/>
          </a:prstGeom>
          <a:solidFill>
            <a:srgbClr val="1A1A5E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16168" y="1371600"/>
            <a:ext cx="694944" cy="694944"/>
          </a:xfrm>
          <a:prstGeom prst="ellipse">
            <a:avLst/>
          </a:prstGeom>
          <a:solidFill>
            <a:srgbClr val="1A1A2E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16168" y="1371600"/>
            <a:ext cx="694944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🔤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522976" y="2176272"/>
            <a:ext cx="148132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Encode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797296" y="2542032"/>
            <a:ext cx="914400" cy="27432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27" name="Text 25"/>
          <p:cNvSpPr/>
          <p:nvPr/>
        </p:nvSpPr>
        <p:spPr>
          <a:xfrm>
            <a:off x="5522976" y="2606040"/>
            <a:ext cx="1481328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Base64, Hex,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Binary, Morse, ROT-13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96328" y="1234440"/>
            <a:ext cx="1572768" cy="3474720"/>
          </a:xfrm>
          <a:prstGeom prst="rect">
            <a:avLst/>
          </a:prstGeom>
          <a:solidFill>
            <a:srgbClr val="2D1B69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35240" y="1371600"/>
            <a:ext cx="694944" cy="694944"/>
          </a:xfrm>
          <a:prstGeom prst="ellipse">
            <a:avLst/>
          </a:prstGeom>
          <a:solidFill>
            <a:srgbClr val="1A1A2E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35240" y="1371600"/>
            <a:ext cx="694944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🖼️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242048" y="2176272"/>
            <a:ext cx="148132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Image XOR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516368" y="2542032"/>
            <a:ext cx="914400" cy="27432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33" name="Text 31"/>
          <p:cNvSpPr/>
          <p:nvPr/>
        </p:nvSpPr>
        <p:spPr>
          <a:xfrm>
            <a:off x="7242048" y="2606040"/>
            <a:ext cx="1481328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Pixel-level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image encryption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Demo — Symmetric Encryption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68680"/>
            <a:ext cx="1965960" cy="3200400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32688" y="960120"/>
            <a:ext cx="731520" cy="731520"/>
          </a:xfrm>
          <a:prstGeom prst="ellipse">
            <a:avLst/>
          </a:prstGeom>
          <a:solidFill>
            <a:srgbClr val="0F3460"/>
          </a:solidFill>
        </p:spPr>
      </p:sp>
      <p:sp>
        <p:nvSpPr>
          <p:cNvPr id="5" name="Text 3"/>
          <p:cNvSpPr/>
          <p:nvPr/>
        </p:nvSpPr>
        <p:spPr>
          <a:xfrm>
            <a:off x="932688" y="960120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93192" y="182880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Choose Algorithm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" y="2240280"/>
            <a:ext cx="182880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4B5563"/>
                </a:solidFill>
              </a:rPr>
              <a:t>Select AES-256, Caesar,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4B5563"/>
                </a:solidFill>
              </a:rPr>
              <a:t>Vigenère, or XOR from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4B5563"/>
                </a:solidFill>
              </a:rPr>
              <a:t>the dropdown menu.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68880" y="868680"/>
            <a:ext cx="1965960" cy="3200400"/>
          </a:xfrm>
          <a:prstGeom prst="rect">
            <a:avLst/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081528" y="960120"/>
            <a:ext cx="731520" cy="731520"/>
          </a:xfrm>
          <a:prstGeom prst="ellipse">
            <a:avLst/>
          </a:prstGeom>
          <a:solidFill>
            <a:srgbClr val="0F3460"/>
          </a:solidFill>
        </p:spPr>
      </p:sp>
      <p:sp>
        <p:nvSpPr>
          <p:cNvPr id="10" name="Text 8"/>
          <p:cNvSpPr/>
          <p:nvPr/>
        </p:nvSpPr>
        <p:spPr>
          <a:xfrm>
            <a:off x="3081528" y="960120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42032" y="182880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Enter Secret Key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42032" y="2240280"/>
            <a:ext cx="182880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4B5563"/>
                </a:solidFill>
              </a:rPr>
              <a:t>Type your password.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4B5563"/>
                </a:solidFill>
              </a:rPr>
              <a:t>The strength bar shows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4B5563"/>
                </a:solidFill>
              </a:rPr>
              <a:t>how secure your key is.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17720" y="868680"/>
            <a:ext cx="1965960" cy="3200400"/>
          </a:xfrm>
          <a:prstGeom prst="rect">
            <a:avLst/>
          </a:prstGeom>
          <a:solidFill>
            <a:srgbClr val="FFFBEB"/>
          </a:solidFill>
          <a:ln w="19050">
            <a:solidFill>
              <a:srgbClr val="FDE68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230368" y="960120"/>
            <a:ext cx="731520" cy="731520"/>
          </a:xfrm>
          <a:prstGeom prst="ellipse">
            <a:avLst/>
          </a:prstGeom>
          <a:solidFill>
            <a:srgbClr val="0F3460"/>
          </a:solidFill>
        </p:spPr>
      </p:sp>
      <p:sp>
        <p:nvSpPr>
          <p:cNvPr id="15" name="Text 13"/>
          <p:cNvSpPr/>
          <p:nvPr/>
        </p:nvSpPr>
        <p:spPr>
          <a:xfrm>
            <a:off x="5230368" y="960120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90872" y="182880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Type Your Text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90872" y="2240280"/>
            <a:ext cx="182880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4B5563"/>
                </a:solidFill>
              </a:rPr>
              <a:t>Paste or type the text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4B5563"/>
                </a:solidFill>
              </a:rPr>
              <a:t>you want to encrypt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4B5563"/>
                </a:solidFill>
              </a:rPr>
              <a:t>in the input box.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766560" y="868680"/>
            <a:ext cx="1965960" cy="3200400"/>
          </a:xfrm>
          <a:prstGeom prst="rect">
            <a:avLst/>
          </a:prstGeom>
          <a:solidFill>
            <a:srgbClr val="FDF4FF"/>
          </a:solidFill>
          <a:ln w="19050">
            <a:solidFill>
              <a:srgbClr val="E9D5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79208" y="960120"/>
            <a:ext cx="731520" cy="731520"/>
          </a:xfrm>
          <a:prstGeom prst="ellipse">
            <a:avLst/>
          </a:prstGeom>
          <a:solidFill>
            <a:srgbClr val="0F3460"/>
          </a:solidFill>
        </p:spPr>
      </p:sp>
      <p:sp>
        <p:nvSpPr>
          <p:cNvPr id="20" name="Text 18"/>
          <p:cNvSpPr/>
          <p:nvPr/>
        </p:nvSpPr>
        <p:spPr>
          <a:xfrm>
            <a:off x="7379208" y="960120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39712" y="182880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Click Encrypt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39712" y="2240280"/>
            <a:ext cx="182880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4B5563"/>
                </a:solidFill>
              </a:rPr>
              <a:t>Press the Encrypt button.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4B5563"/>
                </a:solidFill>
              </a:rPr>
              <a:t>Output appears instantly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4B5563"/>
                </a:solidFill>
              </a:rPr>
              <a:t>in the result box.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212848" y="2331720"/>
            <a:ext cx="73152" cy="274320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24" name="Text 22"/>
          <p:cNvSpPr/>
          <p:nvPr/>
        </p:nvSpPr>
        <p:spPr>
          <a:xfrm>
            <a:off x="2176272" y="2240280"/>
            <a:ext cx="182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61688" y="2331720"/>
            <a:ext cx="73152" cy="274320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26" name="Text 24"/>
          <p:cNvSpPr/>
          <p:nvPr/>
        </p:nvSpPr>
        <p:spPr>
          <a:xfrm>
            <a:off x="4325112" y="2240280"/>
            <a:ext cx="182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10528" y="2331720"/>
            <a:ext cx="73152" cy="274320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28" name="Text 26"/>
          <p:cNvSpPr/>
          <p:nvPr/>
        </p:nvSpPr>
        <p:spPr>
          <a:xfrm>
            <a:off x="6473952" y="2240280"/>
            <a:ext cx="182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4206240"/>
            <a:ext cx="850392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279392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94560"/>
                </a:solidFill>
              </a:rPr>
              <a:t>Output Example (AES-256):  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651760" y="4279392"/>
            <a:ext cx="6035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dGhpcyBpcyBhbiBleGFtcGxlIG9mIEFFUy0yNTYgb3V0cHV0IGluIGJhc2U2NCBmb3JtYXQ=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Demo — Hash Generator &amp; Encoder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68680"/>
            <a:ext cx="4114800" cy="3977640"/>
          </a:xfrm>
          <a:prstGeom prst="rect">
            <a:avLst/>
          </a:prstGeom>
          <a:solidFill>
            <a:srgbClr val="16213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</a:rPr>
              <a:t># Hash Generator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Type text → hashes appear instantly in real time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749040" cy="621792"/>
          </a:xfrm>
          <a:prstGeom prst="rect">
            <a:avLst/>
          </a:prstGeom>
          <a:solidFill>
            <a:srgbClr val="1A1A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28216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</a:rPr>
              <a:t>MD5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17320" y="1728216"/>
            <a:ext cx="1371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</a:rPr>
              <a:t>Legacy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3566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5d41402abc4b2a76b9719d911017c592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749040" cy="621792"/>
          </a:xfrm>
          <a:prstGeom prst="rect">
            <a:avLst/>
          </a:prstGeom>
          <a:solidFill>
            <a:srgbClr val="1A1A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59736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</a:rPr>
              <a:t>SHA-1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17320" y="2459736"/>
            <a:ext cx="1371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</a:rPr>
              <a:t>Legacy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48640" y="2697480"/>
            <a:ext cx="3566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aaf4c61ddcc5e8a2dabede0f3b482cd9...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3749040" cy="621792"/>
          </a:xfrm>
          <a:prstGeom prst="rect">
            <a:avLst/>
          </a:prstGeom>
          <a:solidFill>
            <a:srgbClr val="1A1A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191256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</a:rPr>
              <a:t>SHA-256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17320" y="3191256"/>
            <a:ext cx="1371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</a:rPr>
              <a:t>Recommended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48640" y="3429000"/>
            <a:ext cx="3566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2cf24dba5fb0a30e26e83b2ac5b9e29...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3886200"/>
            <a:ext cx="3749040" cy="621792"/>
          </a:xfrm>
          <a:prstGeom prst="rect">
            <a:avLst/>
          </a:prstGeom>
          <a:solidFill>
            <a:srgbClr val="1A1A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922776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SHA-512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417320" y="3922776"/>
            <a:ext cx="1371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</a:rPr>
              <a:t>Strongest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48640" y="4160520"/>
            <a:ext cx="3566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9b71d224bd62f3785d96d46ad3ea3d1...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09160" y="868680"/>
            <a:ext cx="4114800" cy="3977640"/>
          </a:xfrm>
          <a:prstGeom prst="rect">
            <a:avLst/>
          </a:prstGeom>
          <a:solidFill>
            <a:srgbClr val="16213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960120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</a:rPr>
              <a:t>🔤 Encoder / Decoder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132588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Supports 6 encoding formats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1691640"/>
            <a:ext cx="91440" cy="384048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6" name="Text 24"/>
          <p:cNvSpPr/>
          <p:nvPr/>
        </p:nvSpPr>
        <p:spPr>
          <a:xfrm>
            <a:off x="5029200" y="1709928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Base64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0" y="1892808"/>
            <a:ext cx="35661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SGVsbG8gV29ybGQ=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46320" y="2203704"/>
            <a:ext cx="91440" cy="384048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9" name="Text 27"/>
          <p:cNvSpPr/>
          <p:nvPr/>
        </p:nvSpPr>
        <p:spPr>
          <a:xfrm>
            <a:off x="5029200" y="2221992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Hex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0" y="2404872"/>
            <a:ext cx="35661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48 65 6c 6c 6f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46320" y="2715768"/>
            <a:ext cx="91440" cy="384048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2" name="Text 30"/>
          <p:cNvSpPr/>
          <p:nvPr/>
        </p:nvSpPr>
        <p:spPr>
          <a:xfrm>
            <a:off x="5029200" y="2734056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Binary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0" y="2916936"/>
            <a:ext cx="35661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01001000 01100101...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46320" y="3227832"/>
            <a:ext cx="91440" cy="384048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5" name="Text 33"/>
          <p:cNvSpPr/>
          <p:nvPr/>
        </p:nvSpPr>
        <p:spPr>
          <a:xfrm>
            <a:off x="5029200" y="3246120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URL Encode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0" y="3429000"/>
            <a:ext cx="35661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Hello%20World%21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46320" y="3739896"/>
            <a:ext cx="91440" cy="384048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8" name="Text 36"/>
          <p:cNvSpPr/>
          <p:nvPr/>
        </p:nvSpPr>
        <p:spPr>
          <a:xfrm>
            <a:off x="5029200" y="3758184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ROT-13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0" y="3941064"/>
            <a:ext cx="35661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Uryyb Jbeyq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46320" y="4251960"/>
            <a:ext cx="91440" cy="384048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41" name="Text 39"/>
          <p:cNvSpPr/>
          <p:nvPr/>
        </p:nvSpPr>
        <p:spPr>
          <a:xfrm>
            <a:off x="5029200" y="4270248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Morse Code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29200" y="4453128"/>
            <a:ext cx="35661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.... . .-.. .-.. ---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Demo — Image XOR Encryption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651760" cy="2560320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960120"/>
            <a:ext cx="26517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📷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27632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</a:rPr>
              <a:t>Upload Image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993392"/>
            <a:ext cx="246888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374151"/>
                </a:solidFill>
              </a:rPr>
              <a:t>User uploads any PNG,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374151"/>
                </a:solidFill>
              </a:rPr>
              <a:t>JPG or GIF file.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374151"/>
                </a:solidFill>
              </a:rPr>
              <a:t>Original is shown on left.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91840" y="868680"/>
            <a:ext cx="2651760" cy="2560320"/>
          </a:xfrm>
          <a:prstGeom prst="rect">
            <a:avLst/>
          </a:prstGeom>
          <a:solidFill>
            <a:srgbClr val="FFFBEB"/>
          </a:solidFill>
          <a:ln w="19050">
            <a:solidFill>
              <a:srgbClr val="FDE68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960120"/>
            <a:ext cx="26517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383280" y="1627632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</a:rPr>
              <a:t>XOR with Key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1993392"/>
            <a:ext cx="246888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374151"/>
                </a:solidFill>
              </a:rPr>
              <a:t>Each R,G,B byte is XOR'd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374151"/>
                </a:solidFill>
              </a:rPr>
              <a:t>with SHA-256 hash of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374151"/>
                </a:solidFill>
              </a:rPr>
              <a:t>the password key.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868680"/>
            <a:ext cx="2651760" cy="2560320"/>
          </a:xfrm>
          <a:prstGeom prst="rect">
            <a:avLst/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960120"/>
            <a:ext cx="26517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🔓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309360" y="1627632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</a:rPr>
              <a:t>Decrypt Same Way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1993392"/>
            <a:ext cx="246888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374151"/>
                </a:solidFill>
              </a:rPr>
              <a:t>XOR is reversible.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374151"/>
                </a:solidFill>
              </a:rPr>
              <a:t>Apply same key again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374151"/>
                </a:solidFill>
              </a:rPr>
              <a:t>to restore original.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944368" y="1965960"/>
            <a:ext cx="274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870448" y="1965960"/>
            <a:ext cx="274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611880"/>
            <a:ext cx="841248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730752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560"/>
                </a:solidFill>
              </a:rPr>
              <a:t>💡  How XOR Works: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023360"/>
            <a:ext cx="80467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XOR (exclusive OR) flips bits based on a key.  </a:t>
            </a:r>
            <a:r>
              <a:rPr lang="en-US" sz="1050" i="1" dirty="0">
                <a:solidFill>
                  <a:srgbClr val="94A3B8"/>
                </a:solidFill>
              </a:rPr>
              <a:t>0 XOR 1 = 1  |  1 XOR 1 = 0  |  0 XOR 0 = 0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Applying XOR twice with the same key always gives back the original — making it a perfect symmetric cipher for images.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Technologies Used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2697480" cy="1691640"/>
          </a:xfrm>
          <a:prstGeom prst="rect">
            <a:avLst/>
          </a:prstGeom>
          <a:solidFill>
            <a:srgbClr val="7C2D12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9768" y="1024128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🌐  HTML5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29768" y="1389888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94560"/>
                </a:solidFill>
              </a:rPr>
              <a:t>Structure &amp; markup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29768" y="1664208"/>
            <a:ext cx="2468880" cy="18288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7" name="Text 5"/>
          <p:cNvSpPr/>
          <p:nvPr/>
        </p:nvSpPr>
        <p:spPr>
          <a:xfrm>
            <a:off x="429768" y="1737360"/>
            <a:ext cx="24688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Semantic tags, canvas element, file input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46120" y="914400"/>
            <a:ext cx="2697480" cy="1691640"/>
          </a:xfrm>
          <a:prstGeom prst="rect">
            <a:avLst/>
          </a:prstGeom>
          <a:solidFill>
            <a:srgbClr val="164E63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55848" y="1024128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🎨  CSS3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55848" y="1389888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94560"/>
                </a:solidFill>
              </a:rPr>
              <a:t>Design &amp; styling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55848" y="1664208"/>
            <a:ext cx="2468880" cy="18288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12" name="Text 10"/>
          <p:cNvSpPr/>
          <p:nvPr/>
        </p:nvSpPr>
        <p:spPr>
          <a:xfrm>
            <a:off x="3355848" y="1737360"/>
            <a:ext cx="24688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Variables, grid, flexbox, transitions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72200" y="914400"/>
            <a:ext cx="2697480" cy="1691640"/>
          </a:xfrm>
          <a:prstGeom prst="rect">
            <a:avLst/>
          </a:prstGeom>
          <a:solidFill>
            <a:srgbClr val="713F12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81928" y="1024128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⚡  JavaScript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81928" y="1389888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94560"/>
                </a:solidFill>
              </a:rPr>
              <a:t>All the logic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81928" y="1664208"/>
            <a:ext cx="2468880" cy="18288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17" name="Text 15"/>
          <p:cNvSpPr/>
          <p:nvPr/>
        </p:nvSpPr>
        <p:spPr>
          <a:xfrm>
            <a:off x="6281928" y="1737360"/>
            <a:ext cx="24688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Async/await, classes, arrow functions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834640"/>
            <a:ext cx="2697480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2944368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🔐  Web Crypto API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9768" y="3310128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94560"/>
                </a:solidFill>
              </a:rPr>
              <a:t>AES-256, RSA, SHA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9768" y="3584448"/>
            <a:ext cx="2468880" cy="18288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22" name="Text 20"/>
          <p:cNvSpPr/>
          <p:nvPr/>
        </p:nvSpPr>
        <p:spPr>
          <a:xfrm>
            <a:off x="429768" y="3657600"/>
            <a:ext cx="24688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PBKDF2, AES-GCM, RSA-OAEP, SubtleCrypto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46120" y="2834640"/>
            <a:ext cx="2697480" cy="1691640"/>
          </a:xfrm>
          <a:prstGeom prst="rect">
            <a:avLst/>
          </a:prstGeom>
          <a:solidFill>
            <a:srgbClr val="2D1B69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55848" y="2944368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🖼️  Canvas API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55848" y="3310128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94560"/>
                </a:solidFill>
              </a:rPr>
              <a:t>Image manipulation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55848" y="3584448"/>
            <a:ext cx="2468880" cy="18288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27" name="Text 25"/>
          <p:cNvSpPr/>
          <p:nvPr/>
        </p:nvSpPr>
        <p:spPr>
          <a:xfrm>
            <a:off x="3355848" y="3657600"/>
            <a:ext cx="24688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getImageData, putImageData, toDataURL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72200" y="2834640"/>
            <a:ext cx="2697480" cy="1691640"/>
          </a:xfrm>
          <a:prstGeom prst="rect">
            <a:avLst/>
          </a:prstGeom>
          <a:solidFill>
            <a:srgbClr val="064E3B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81928" y="2944368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📋  Clipboard API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81928" y="3310128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94560"/>
                </a:solidFill>
              </a:rPr>
              <a:t>Copy to clipboard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81928" y="3584448"/>
            <a:ext cx="2468880" cy="18288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32" name="Text 30"/>
          <p:cNvSpPr/>
          <p:nvPr/>
        </p:nvSpPr>
        <p:spPr>
          <a:xfrm>
            <a:off x="6281928" y="3657600"/>
            <a:ext cx="24688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navigator.clipboard.writeText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49040" y="274320"/>
            <a:ext cx="1645920" cy="1645920"/>
          </a:xfrm>
          <a:prstGeom prst="ellipse">
            <a:avLst/>
          </a:prstGeom>
          <a:solidFill>
            <a:srgbClr val="0F3460"/>
          </a:solidFill>
          <a:ln w="381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749040" y="274320"/>
            <a:ext cx="164592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✅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Project Summary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724912"/>
            <a:ext cx="8046720" cy="530352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724912"/>
            <a:ext cx="4572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2724912"/>
            <a:ext cx="722376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5 cryptographic tools in one app — AES, RSA, Hashing, Encoding &amp; Image XOR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8046720" cy="530352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3383280"/>
            <a:ext cx="4572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3383280"/>
            <a:ext cx="722376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Clean 3-file structure — index.html, style.css, script.js —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041648"/>
            <a:ext cx="8046720" cy="530352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4041648"/>
            <a:ext cx="4572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4041648"/>
            <a:ext cx="722376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100% browser-based — no backend, no dependencies, open the HTML and it works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0" y="4681728"/>
            <a:ext cx="2743200" cy="36576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15" name="Text 13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Thank You!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3033</Words>
  <Application>WPS Presentation</Application>
  <PresentationFormat>On-screen Show (16:9)</PresentationFormat>
  <Paragraphs>298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3" baseType="lpstr">
      <vt:lpstr>Arial</vt:lpstr>
      <vt:lpstr>SimSun</vt:lpstr>
      <vt:lpstr>Wingdings</vt:lpstr>
      <vt:lpstr>Georgia</vt:lpstr>
      <vt:lpstr>Georgia</vt:lpstr>
      <vt:lpstr>Georgia</vt:lpstr>
      <vt:lpstr>Calibri</vt:lpstr>
      <vt:lpstr>Calibri</vt:lpstr>
      <vt:lpstr>Calibri</vt:lpstr>
      <vt:lpstr>Courier New</vt:lpstr>
      <vt:lpstr>Courier New</vt:lpstr>
      <vt:lpstr>Courier New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MY_ENCRYP/DECRYP_APP — Presentation</dc:title>
  <dc:creator>Student</dc:creator>
  <dc:subject>PptxGenJS Presentation</dc:subject>
  <cp:lastModifiedBy>hurma</cp:lastModifiedBy>
  <cp:revision>2</cp:revision>
  <dcterms:created xsi:type="dcterms:W3CDTF">2026-04-20T00:46:00Z</dcterms:created>
  <dcterms:modified xsi:type="dcterms:W3CDTF">2026-04-20T01:12:39Z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BD411C039AA04CFAAD9B7E3325A9E54A_13</vt:lpwstr>
  </property>
</Properties>
</file>